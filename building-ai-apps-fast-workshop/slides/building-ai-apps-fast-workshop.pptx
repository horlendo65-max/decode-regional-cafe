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participants. Set the promise: a deployed AI MVP in 90 minutes using composable AI building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outcome concrete: source, live URL, working tool, reusable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agent as coordinator, skills as capabilities, workflow as product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workshop in an expense advisor, but keep showing reusability.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user journey from browser to AI response. Highlight that secrets stay in the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folders live after this slide. Make participants aware of the fallback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helps facilitators stay on time. Emphasise checkpoints over perfect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coding agents as accelerators. The developer remains responsible for correctness.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participants to compare vague and structured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two Vercel projects and environment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fast finishers to choose only one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demo script. Keep the live demo to under three minutes per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product thinking and reusable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group and invite participants to show their live URLs.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732520" y="164592"/>
            <a:ext cx="2834640" cy="2834640"/>
          </a:xfrm>
          <a:prstGeom prst="arc">
            <a:avLst/>
          </a:prstGeom>
          <a:solidFill>
            <a:srgbClr val="0B1F14">
              <a:alpha val="0"/>
            </a:srgbClr>
          </a:solidFill>
          <a:ln w="31750">
            <a:solidFill>
              <a:srgbClr val="35A839">
                <a:alpha val="8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502920" y="4983480"/>
            <a:ext cx="1554480" cy="1554480"/>
          </a:xfrm>
          <a:prstGeom prst="arc">
            <a:avLst/>
          </a:prstGeom>
          <a:solidFill>
            <a:srgbClr val="0B1F14">
              <a:alpha val="0"/>
            </a:srgbClr>
          </a:solidFill>
          <a:ln w="19050">
            <a:solidFill>
              <a:srgbClr val="9AE66E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005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Building AI Apps Fast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13232" y="17373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F7E3"/>
                </a:solidFill>
              </a:rPr>
              <a:t>From Idea to MVP using Agents, Skills &amp; Workflows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395728"/>
            <a:ext cx="2057400" cy="384048"/>
          </a:xfrm>
          <a:prstGeom prst="roundRect">
            <a:avLst>
              <a:gd name="adj" fmla="val 16667"/>
            </a:avLst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496312"/>
            <a:ext cx="1819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90-minute hands-on lab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71800" y="2395728"/>
            <a:ext cx="2423160" cy="384048"/>
          </a:xfrm>
          <a:prstGeom prst="roundRect">
            <a:avLst>
              <a:gd name="adj" fmla="val 16667"/>
            </a:avLst>
          </a:prstGeom>
          <a:solidFill>
            <a:srgbClr val="00B7FB"/>
          </a:solidFill>
          <a:ln w="12700">
            <a:solidFill>
              <a:srgbClr val="00B7F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2496312"/>
            <a:ext cx="2185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Next.js + Express + Gemini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2395728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9AE66E"/>
          </a:solidFill>
          <a:ln w="12700">
            <a:solidFill>
              <a:srgbClr val="9AE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96712" y="249631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Deploy to Vercel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" y="57424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Deliverable: a live AI-powered M-PESA Expense Advisor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35240" y="2743200"/>
            <a:ext cx="694944" cy="512064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2889504"/>
            <a:ext cx="365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Idea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30184" y="2999232"/>
            <a:ext cx="9144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412480" y="2743200"/>
            <a:ext cx="694944" cy="512064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7072" y="2889504"/>
            <a:ext cx="365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07424" y="2999232"/>
            <a:ext cx="9144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89720" y="2743200"/>
            <a:ext cx="694944" cy="512064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54312" y="2889504"/>
            <a:ext cx="365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Skills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84664" y="2999232"/>
            <a:ext cx="9144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66960" y="2743200"/>
            <a:ext cx="694944" cy="512064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31552" y="2889504"/>
            <a:ext cx="365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Workflow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661904" y="2999232"/>
            <a:ext cx="9144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744200" y="2743200"/>
            <a:ext cx="694944" cy="512064"/>
          </a:xfrm>
          <a:prstGeom prst="roundRect">
            <a:avLst>
              <a:gd name="adj" fmla="val 14286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08792" y="2889504"/>
            <a:ext cx="365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MVP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MVP promise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F7E3"/>
                </a:solidFill>
              </a:rPr>
              <a:t>Build less boilerplate; compose more capability.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By the end, participants should have: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4343400" cy="594360"/>
          </a:xfrm>
          <a:prstGeom prst="roundRect">
            <a:avLst>
              <a:gd name="adj" fmla="val 12308"/>
            </a:avLst>
          </a:prstGeom>
          <a:solidFill>
            <a:srgbClr val="163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12264"/>
            <a:ext cx="401421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GitHub repository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Source code and workshop prompts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807208"/>
            <a:ext cx="434340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953512"/>
            <a:ext cx="401421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Live deployed URL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Vercel web + API projects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648456"/>
            <a:ext cx="4343400" cy="594360"/>
          </a:xfrm>
          <a:prstGeom prst="roundRect">
            <a:avLst>
              <a:gd name="adj" fmla="val 12308"/>
            </a:avLst>
          </a:prstGeom>
          <a:solidFill>
            <a:srgbClr val="163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794760"/>
            <a:ext cx="401421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Working AI tool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Chat + M-PESA analysis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489704"/>
            <a:ext cx="434340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636008"/>
            <a:ext cx="401421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Reusable architecture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Agents, skills and workflows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06440" y="192024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1032" y="2066544"/>
            <a:ext cx="4974336" cy="1581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The project is successful when a user can paste M-PESA text and receive useful, structured budgeting advice from a deployed app.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806440" y="42062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71032" y="4352544"/>
            <a:ext cx="4974336" cy="896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Not a production finance product. It is a fast, safe MVP pattern participants can adapt to Health, Agriculture, Education or Customer Support.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732520" y="164592"/>
            <a:ext cx="2834640" cy="2834640"/>
          </a:xfrm>
          <a:prstGeom prst="arc">
            <a:avLst/>
          </a:prstGeom>
          <a:solidFill>
            <a:srgbClr val="0B1F14">
              <a:alpha val="0"/>
            </a:srgbClr>
          </a:solidFill>
          <a:ln w="31750">
            <a:solidFill>
              <a:srgbClr val="35A839">
                <a:alpha val="8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502920" y="4983480"/>
            <a:ext cx="1554480" cy="1554480"/>
          </a:xfrm>
          <a:prstGeom prst="arc">
            <a:avLst/>
          </a:prstGeom>
          <a:solidFill>
            <a:srgbClr val="0B1F14">
              <a:alpha val="0"/>
            </a:srgbClr>
          </a:solidFill>
          <a:ln w="19050">
            <a:solidFill>
              <a:srgbClr val="9AE66E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agents, skills and workflows?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21792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F7E3"/>
                </a:solidFill>
              </a:rPr>
              <a:t>A mental model for building AI apps quickly.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92224"/>
            <a:ext cx="2825496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Agent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Coordinates the task and decides what capabilities are needed.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26280" y="16459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792224"/>
            <a:ext cx="2825496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Skill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 focused reusable capability such as parsing, categorising or calling an API.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21040" y="16459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00B7FB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792224"/>
            <a:ext cx="2825496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Workflow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product journey that connects user intent to a useful result.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86200" y="2267712"/>
            <a:ext cx="64008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80960" y="2267712"/>
            <a:ext cx="64008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05840" y="3703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Analogy: team lead  →  specialists  →  delivery plan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88720" y="47091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DF7E3"/>
                </a:solidFill>
              </a:rPr>
              <a:t>This separation keeps your prototype flexible and easier to extend.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project: AI Expense Advisor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F7E3"/>
                </a:solidFill>
              </a:rPr>
              <a:t>FinTech use case with extension paths to Health and Agriculture.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09344"/>
            <a:ext cx="277977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User input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Question or pasted M-PESA statement text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0480" y="1920240"/>
            <a:ext cx="64008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80560" y="146304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609344"/>
            <a:ext cx="268833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Workflow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ExpenseAnalysisWorkflow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1920240"/>
            <a:ext cx="64008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38160" y="146304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609344"/>
            <a:ext cx="282549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Result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Categories, summary, savings advice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Core capabilities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" y="3611880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712464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Parse M-PESA text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03320" y="3611880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3712464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Categorise transactions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7240" y="4270248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370832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Generate budget summary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03320" y="4270248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4370832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Recommend practical savings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" y="4928616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00B7FB"/>
          </a:solidFill>
          <a:ln w="12700">
            <a:solidFill>
              <a:srgbClr val="00B7F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5029200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Optional Daraja STK Push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83680" y="3246120"/>
            <a:ext cx="4434840" cy="164592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3392424"/>
            <a:ext cx="4105656" cy="1353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Same shell, new domain: replace the agent and skills to create a symptom helper, crop advisor or learning assistant.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successful app works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F7E3"/>
                </a:solidFill>
              </a:rPr>
              <a:t>The running app is a layered AI product, not just a prompt box.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20824"/>
            <a:ext cx="127101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1. Next.js UI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Collects user question and statement text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40280" y="2377440"/>
            <a:ext cx="27432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42032" y="18745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2020824"/>
            <a:ext cx="127101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2. Express 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Receives request and protects secrets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42232" y="2377440"/>
            <a:ext cx="27432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43984" y="18745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2020824"/>
            <a:ext cx="127101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3. Workflow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Runs the product journey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44184" y="2377440"/>
            <a:ext cx="27432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45936" y="18745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020824"/>
            <a:ext cx="127101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4. Agent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Coordinates AI reasoning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46136" y="2377440"/>
            <a:ext cx="27432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47888" y="18745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020824"/>
            <a:ext cx="127101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5. Skills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Parse, categorise, calculate, call APIs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48088" y="2377440"/>
            <a:ext cx="27432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149840" y="18745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14432" y="2020824"/>
            <a:ext cx="127101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6. Gemini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Generates final structured advice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3977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Output example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14400" y="443484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4581144"/>
            <a:ext cx="9912096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Food and restaurants are your largest variable category. Reduce restaurant spend by KES 2,000 and set a weekly transport cap. Suggested monthly savings target: KES 3,000–5,000.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732520" y="164592"/>
            <a:ext cx="2834640" cy="2834640"/>
          </a:xfrm>
          <a:prstGeom prst="arc">
            <a:avLst/>
          </a:prstGeom>
          <a:solidFill>
            <a:srgbClr val="0B1F14">
              <a:alpha val="0"/>
            </a:srgbClr>
          </a:solidFill>
          <a:ln w="31750">
            <a:solidFill>
              <a:srgbClr val="35A839">
                <a:alpha val="8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502920" y="4983480"/>
            <a:ext cx="1554480" cy="1554480"/>
          </a:xfrm>
          <a:prstGeom prst="arc">
            <a:avLst/>
          </a:prstGeom>
          <a:solidFill>
            <a:srgbClr val="0B1F14">
              <a:alpha val="0"/>
            </a:srgbClr>
          </a:solidFill>
          <a:ln w="19050">
            <a:solidFill>
              <a:srgbClr val="9AE66E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tour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21792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F7E3"/>
                </a:solidFill>
              </a:rPr>
              <a:t>The repo is structured for learning, rescue and reuse.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609344"/>
            <a:ext cx="273405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starter/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Participant scaffold with guided TODOs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609344"/>
            <a:ext cx="273405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reference/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Complete fallback implementation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609344"/>
            <a:ext cx="273405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workshop/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Step-by-step lab sequence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26664"/>
            <a:ext cx="273405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docs/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Guides, troubleshooting and lessons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80560" y="288036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0B7FB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3026664"/>
            <a:ext cx="273405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.github/skills/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Coding-agent skills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0" y="288036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3026664"/>
            <a:ext cx="273405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.github/prompts/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Reusable prompt workflows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54864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DF7E3"/>
                </a:solidFill>
              </a:rPr>
              <a:t>Rule: use starter for the lab, reference for rescue, docs for guidance.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90-minute lab 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F7E3"/>
                </a:solidFill>
              </a:rPr>
              <a:t>Short checkpoints keep mixed-experience groups moving.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E66E"/>
                </a:solidFill>
              </a:rPr>
              <a:t>0–10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74520" y="1591056"/>
            <a:ext cx="685800" cy="0"/>
          </a:xfrm>
          <a:prstGeom prst="line">
            <a:avLst/>
          </a:prstGeom>
          <a:noFill/>
          <a:ln w="25400">
            <a:solidFill>
              <a:srgbClr val="35A839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743200" y="14447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Story + architecture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1214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E66E"/>
                </a:solidFill>
              </a:rPr>
              <a:t>10–20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74520" y="2231136"/>
            <a:ext cx="685800" cy="0"/>
          </a:xfrm>
          <a:prstGeom prst="line">
            <a:avLst/>
          </a:prstGeom>
          <a:noFill/>
          <a:ln w="25400">
            <a:solidFill>
              <a:srgbClr val="35A83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743200" y="20848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Local setup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E66E"/>
                </a:solidFill>
              </a:rPr>
              <a:t>20–35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74520" y="2871216"/>
            <a:ext cx="685800" cy="0"/>
          </a:xfrm>
          <a:prstGeom prst="line">
            <a:avLst/>
          </a:prstGeom>
          <a:noFill/>
          <a:ln w="25400">
            <a:solidFill>
              <a:srgbClr val="35A839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743200" y="27249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Gemini config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34015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E66E"/>
                </a:solidFill>
              </a:rPr>
              <a:t>35–52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74520" y="3511296"/>
            <a:ext cx="685800" cy="0"/>
          </a:xfrm>
          <a:prstGeom prst="line">
            <a:avLst/>
          </a:prstGeom>
          <a:noFill/>
          <a:ln w="25400">
            <a:solidFill>
              <a:srgbClr val="35A83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743200" y="33649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Complete workflow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041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E66E"/>
                </a:solidFill>
              </a:rPr>
              <a:t>52–65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874520" y="4151376"/>
            <a:ext cx="685800" cy="0"/>
          </a:xfrm>
          <a:prstGeom prst="line">
            <a:avLst/>
          </a:prstGeom>
          <a:noFill/>
          <a:ln w="25400">
            <a:solidFill>
              <a:srgbClr val="35A83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743200" y="40050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M-PESA analysis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46817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E66E"/>
                </a:solidFill>
              </a:rPr>
              <a:t>65–78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874520" y="4791456"/>
            <a:ext cx="685800" cy="0"/>
          </a:xfrm>
          <a:prstGeom prst="line">
            <a:avLst/>
          </a:prstGeom>
          <a:noFill/>
          <a:ln w="25400">
            <a:solidFill>
              <a:srgbClr val="35A839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743200" y="46451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Deploy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5321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E66E"/>
                </a:solidFill>
              </a:rPr>
              <a:t>78–90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874520" y="5431536"/>
            <a:ext cx="685800" cy="0"/>
          </a:xfrm>
          <a:prstGeom prst="line">
            <a:avLst/>
          </a:prstGeom>
          <a:noFill/>
          <a:ln w="25400">
            <a:solidFill>
              <a:srgbClr val="35A839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743200" y="52852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Demo + lessons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98080" y="18288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1975104"/>
            <a:ext cx="3236976" cy="1536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Facilitator tip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When participants are blocked, move them to reference/ and preserve momentum.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498080" y="41605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62672" y="4306824"/>
            <a:ext cx="3236976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Checkpoint mindset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Every lab ends with a visible proof: app runs, AI answers, deployment works.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Coding-agent workflow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F7E3"/>
                </a:solidFill>
              </a:rPr>
              <a:t>Participants use prepared skills and prompts to scaffold safely.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63624"/>
            <a:ext cx="2916936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1. Pick prompt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.github/prompts/03-complete-expense-workflow.prompt.md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1984248"/>
            <a:ext cx="54864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26280" y="141732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563624"/>
            <a:ext cx="2596896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2. Agent edits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Preserve architecture and types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52360" y="1984248"/>
            <a:ext cx="54864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01000" y="14173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00B7FB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563624"/>
            <a:ext cx="2825496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3. Developer reviews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Run build and test locally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65760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803904"/>
            <a:ext cx="149961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Guardrails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80360" y="36393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Never commit API keys. Keep model calls in the backend. Keep skills small. Compare broken code with reference/.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732520" y="164592"/>
            <a:ext cx="2834640" cy="2834640"/>
          </a:xfrm>
          <a:prstGeom prst="arc">
            <a:avLst/>
          </a:prstGeom>
          <a:solidFill>
            <a:srgbClr val="0B1F14">
              <a:alpha val="0"/>
            </a:srgbClr>
          </a:solidFill>
          <a:ln w="31750">
            <a:solidFill>
              <a:srgbClr val="35A839">
                <a:alpha val="8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502920" y="4983480"/>
            <a:ext cx="1554480" cy="1554480"/>
          </a:xfrm>
          <a:prstGeom prst="arc">
            <a:avLst/>
          </a:prstGeom>
          <a:solidFill>
            <a:srgbClr val="0B1F14">
              <a:alpha val="0"/>
            </a:srgbClr>
          </a:solidFill>
          <a:ln w="19050">
            <a:solidFill>
              <a:srgbClr val="9AE66E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engineering pattern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21792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F7E3"/>
                </a:solidFill>
              </a:rPr>
              <a:t>Good prompts make the MVP safer and more useful.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46504"/>
            <a:ext cx="1179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ROLE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240280" y="1920240"/>
            <a:ext cx="50292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71800" y="16002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746504"/>
            <a:ext cx="1179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TASK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80560" y="1920240"/>
            <a:ext cx="50292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16002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1746504"/>
            <a:ext cx="1179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CONTEXT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20840" y="1920240"/>
            <a:ext cx="50292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52360" y="16002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16952" y="1746504"/>
            <a:ext cx="1179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RULES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961120" y="1920240"/>
            <a:ext cx="50292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92640" y="16002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57232" y="1746504"/>
            <a:ext cx="1179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FORMAT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14400" y="3337560"/>
            <a:ext cx="1024128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3483864"/>
            <a:ext cx="9912096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Example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You are a Kenyan financial coach. Analyse the pasted M-PESA statement text, categorise expenses, identify savings opportunities, return Markdown, and include a safe disclaimer.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52303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F7E3"/>
                </a:solidFill>
              </a:rPr>
              <a:t>Prompt quality is product quality.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F7E3"/>
                </a:solidFill>
              </a:rPr>
              <a:t>A real MVP needs a real URL.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883664"/>
            <a:ext cx="17282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GitHub repo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80360" y="2103120"/>
            <a:ext cx="100584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86200" y="15087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0792" y="1655064"/>
            <a:ext cx="241401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Vercel API project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Express + Gemini key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29400" y="2103120"/>
            <a:ext cx="100584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35240" y="15087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00B7FB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1655064"/>
            <a:ext cx="241401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Vercel Web project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Next.js UI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803904"/>
            <a:ext cx="2596896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Environment variables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43400" y="37307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API: GEMINI_API_KEY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Web: NEXT_PUBLIC_API_URL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5486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DF7E3"/>
                </a:solidFill>
              </a:rPr>
              <a:t>Do not deploy secrets into the frontend.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extensions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F7E3"/>
                </a:solidFill>
              </a:rPr>
              <a:t>The same architecture supports multiple domains.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72184"/>
            <a:ext cx="405993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Daraja Sandbox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STK Push skill for payment experiments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132588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1472184"/>
            <a:ext cx="405993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Health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Symptom agent with safety disclaimers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551176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697480"/>
            <a:ext cx="405993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Agriculture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Crop advisor and extension guidance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0" y="2551176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2697480"/>
            <a:ext cx="405993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Uploads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CSV/PDF parsing before workflow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776472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922776"/>
            <a:ext cx="405993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Multi-domain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Switch workflow from UI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68756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DF7E3"/>
                </a:solidFill>
              </a:rPr>
              <a:t>Extension rule: add a skill first, then wire it into a workflow.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732520" y="164592"/>
            <a:ext cx="2834640" cy="2834640"/>
          </a:xfrm>
          <a:prstGeom prst="arc">
            <a:avLst/>
          </a:prstGeom>
          <a:solidFill>
            <a:srgbClr val="0B1F14">
              <a:alpha val="0"/>
            </a:srgbClr>
          </a:solidFill>
          <a:ln w="31750">
            <a:solidFill>
              <a:srgbClr val="35A839">
                <a:alpha val="8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502920" y="4983480"/>
            <a:ext cx="1554480" cy="1554480"/>
          </a:xfrm>
          <a:prstGeom prst="arc">
            <a:avLst/>
          </a:prstGeom>
          <a:solidFill>
            <a:srgbClr val="0B1F14">
              <a:alpha val="0"/>
            </a:srgbClr>
          </a:solidFill>
          <a:ln w="19050">
            <a:solidFill>
              <a:srgbClr val="9AE66E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checklist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21792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F7E3"/>
                </a:solidFill>
              </a:rPr>
              <a:t>A strong demo is short, specific and visual.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150876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655064"/>
            <a:ext cx="76809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Problem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" y="2788920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Budgeting from messy transaction text is hard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103120" y="1965960"/>
            <a:ext cx="32004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63240" y="150876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655064"/>
            <a:ext cx="76809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34056" y="2788920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Paste statement and ask for savings advice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60520" y="1965960"/>
            <a:ext cx="32004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0640" y="150876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655064"/>
            <a:ext cx="76809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Result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91456" y="2788920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Show categories and recommendations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1965960"/>
            <a:ext cx="32004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78040" y="150876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2632" y="1655064"/>
            <a:ext cx="76809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Architecture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48856" y="2788920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Point to workflow, agent and skills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75320" y="1965960"/>
            <a:ext cx="320040" cy="0"/>
          </a:xfrm>
          <a:prstGeom prst="line">
            <a:avLst/>
          </a:prstGeom>
          <a:noFill/>
          <a:ln w="25400">
            <a:solidFill>
              <a:srgbClr val="DDF7E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235440" y="150876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00B7FB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0032" y="1655064"/>
            <a:ext cx="76809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Proof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06256" y="2788920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Share the deployed URL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05840" y="4754880"/>
            <a:ext cx="996696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4901184"/>
            <a:ext cx="963777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Sample final line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“In under 90 minutes, we moved from idea to deployed AI MVP by composing agents, skills and workflows.”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F7E3"/>
                </a:solidFill>
              </a:rPr>
              <a:t>What participants should remember after the workshop.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463040"/>
            <a:ext cx="4480560" cy="1024128"/>
          </a:xfrm>
          <a:prstGeom prst="roundRect">
            <a:avLst>
              <a:gd name="adj" fmla="val 7143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09344"/>
            <a:ext cx="4151376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AI apps are not just model calls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They need UX, safety, APIs and deployment.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4480560" cy="1024128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609344"/>
            <a:ext cx="4151376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Prompts are product assets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Version and improve them like code.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971800"/>
            <a:ext cx="4480560" cy="1024128"/>
          </a:xfrm>
          <a:prstGeom prst="roundRect">
            <a:avLst>
              <a:gd name="adj" fmla="val 7143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118104"/>
            <a:ext cx="4151376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Reuse beats rewriting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Swap agents and skills for new domains.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2971800"/>
            <a:ext cx="4480560" cy="1024128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3118104"/>
            <a:ext cx="4151376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Developers remain accountable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Coding agents accelerate; humans review.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3949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DF7E3"/>
                </a:solidFill>
              </a:rPr>
              <a:t>A good AI MVP is useful, explainable, deployable and easy to extend.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4"/>
          </a:solidFill>
          <a:ln w="12700">
            <a:solidFill>
              <a:srgbClr val="0B1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A839"/>
          </a:solidFill>
          <a:ln w="12700">
            <a:solidFill>
              <a:srgbClr val="35A83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732520" y="164592"/>
            <a:ext cx="2834640" cy="2834640"/>
          </a:xfrm>
          <a:prstGeom prst="arc">
            <a:avLst/>
          </a:prstGeom>
          <a:solidFill>
            <a:srgbClr val="0B1F14">
              <a:alpha val="0"/>
            </a:srgbClr>
          </a:solidFill>
          <a:ln w="31750">
            <a:solidFill>
              <a:srgbClr val="35A839">
                <a:alpha val="8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502920" y="4983480"/>
            <a:ext cx="1554480" cy="1554480"/>
          </a:xfrm>
          <a:prstGeom prst="arc">
            <a:avLst/>
          </a:prstGeom>
          <a:solidFill>
            <a:srgbClr val="0B1F14">
              <a:alpha val="0"/>
            </a:srgbClr>
          </a:solidFill>
          <a:ln w="19050">
            <a:solidFill>
              <a:srgbClr val="9AE66E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F7E3"/>
                </a:solidFill>
              </a:rPr>
              <a:t>Building AI Apps Fast  •  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one MVP. Reuse the pattern everywhere.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463040" y="2468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DDF7E3"/>
                </a:solidFill>
              </a:rPr>
              <a:t>Agents coordinate. Skills specialize. Workflows deliver.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520440" y="36576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35A839"/>
          </a:solidFill>
          <a:ln w="12700">
            <a:solidFill>
              <a:srgbClr val="35A839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3803904"/>
            <a:ext cx="4791456" cy="11247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Next steps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1. Push your repo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2. Share your live URL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3. Choose one extension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4. Iterate with real feedback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Workshop Starter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AI Apps Fast: From Idea to MVP</dc:title>
  <dc:subject>Agents, Skills and Workflows workshop deck</dc:subject>
  <dc:creator>Building AI Apps Fast Workshop</dc:creator>
  <cp:lastModifiedBy>Building AI Apps Fast Workshop</cp:lastModifiedBy>
  <cp:revision>1</cp:revision>
  <dcterms:created xsi:type="dcterms:W3CDTF">2026-07-15T17:40:42Z</dcterms:created>
  <dcterms:modified xsi:type="dcterms:W3CDTF">2026-07-15T17:40:42Z</dcterms:modified>
</cp:coreProperties>
</file>